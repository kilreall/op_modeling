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1A0F7-5351-497A-8D77-E14837E74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0BFC50-2ABC-4E1F-A1F5-ACE3A8041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540A9B-2211-4829-AA2F-8470D1A8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00581A-31D7-4BD2-8BC3-B9883658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BF63DD-C33D-4D3D-82D8-7F569E08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7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622D1-E8AB-47D2-A05B-CAD79327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FA300-657F-491F-B51F-1C03B0290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615D78-4A81-4B56-904F-2CD0FEDA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26AAB-1D9A-4A5D-B1F9-82122D59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ED45B4-439D-4353-A643-07090705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867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3E179-D5A4-43CD-A67F-04EE97D4A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ED08D9-E087-47A0-8A02-8863E2893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5CF00-642A-4F99-BFDD-EB6C10C4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74C5F4-0CEA-4D37-9183-C24713F75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43183B-F3E2-44EC-A247-FCA1A49E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569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D7B9F-AD8F-44BE-BD83-9DD076FA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7A29DC-970A-41E6-B1DF-499AED985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DAB478-C9FB-4149-8583-AA1368FD5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7B699C-AEFE-4454-9225-27109B29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9F5923-F692-4083-872E-833B2394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E85D0B-2C62-4434-AB7A-B4E74896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0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99D47-34A1-451F-8713-A61CEE07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9E0366-BF03-4499-AAAD-EDC9E4412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80A42E-B152-4D66-8FA5-F3840778B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C61BB2-49A0-46BA-9777-282A81B50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02143E-9C9B-407C-8EAE-7D8F87747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8061E4-AE29-45F6-B544-7CF141D5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9842F7-A8D7-4C54-8F22-7A6F17AC2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07CA6AC-A3D3-4DEB-8620-8272E15C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BACE0-8077-4785-A49F-DC691A3F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63BE27-6FA6-4E3B-90B4-71DC7358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E1DB76-3DFE-42DD-BA4C-CF572E5A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14F91B-E006-4F99-9FB3-98393B80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73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1357A2-5E20-48C8-B976-B8F8E788C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ED6749-BF0B-411B-8ECC-39012F2D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5246D0-9A3D-413C-8102-5C4A73EDC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4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5B4AD-D6B8-4752-A85B-6888307F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0321E9-4147-4432-931C-ADD468740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A88584-8381-49FF-9D42-6B6AD171A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A717F5-9ACF-458A-B50E-D8BD8229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0FEB49-2612-4AA1-ADFD-DCE4C770C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59C5B8-1990-446F-A316-73D560A4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6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6BFF5-F85B-4625-AF0D-B6BC54FD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7D683A-2A4B-4296-A72F-1DB4BE534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011AC4-7FC8-4079-B464-3BDB47CDA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F5D053-6BCC-4B84-8E94-8A7FFFE83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9B75EA-BAE6-426B-A03D-DF809C02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75E1BC-CB25-475A-A31E-0AFF62A51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187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6FC86-6F35-471B-A5E4-2C1FD3E4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59DE65-B240-4C1F-9A12-F25670B1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F6E5FB-2892-41C2-8869-293E3965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E89B04-B793-47B5-B543-5D8E8F9B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DA3760-F73C-4D44-9412-76EDB26B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52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C68C56-A631-415A-BDC7-6A896FBA1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BAB470-4ACE-4290-8521-C52948726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7952B3-A9C0-4F1F-B772-659E56CE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3E959A-5602-4B21-B238-56E59E37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7DA012-41B0-4AFA-B38D-D78075301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34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A4F2A-8FA9-485B-A5B6-2607469F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409B5F-540F-4E11-93F6-8938551D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E4EBCF-99D4-48F1-8577-1A9D9854B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27143-6E47-455A-9AA1-01DA2133C8A0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4155E0-BF1E-4AB3-A59C-3139CE937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56C860-4647-473C-9826-BEDE5597F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E1756-352B-4502-9DDC-BDC91C5FA8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60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EC499DE-4B69-40C0-886D-AC801D96D627}"/>
              </a:ext>
            </a:extLst>
          </p:cNvPr>
          <p:cNvSpPr/>
          <p:nvPr/>
        </p:nvSpPr>
        <p:spPr>
          <a:xfrm>
            <a:off x="2749138" y="760021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5867E8B-3F6A-4426-A1CF-072821E80951}"/>
              </a:ext>
            </a:extLst>
          </p:cNvPr>
          <p:cNvSpPr/>
          <p:nvPr/>
        </p:nvSpPr>
        <p:spPr>
          <a:xfrm>
            <a:off x="4166260" y="760021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46F987-484E-4CAD-B09B-8C2C9D5F4C40}"/>
              </a:ext>
            </a:extLst>
          </p:cNvPr>
          <p:cNvSpPr/>
          <p:nvPr/>
        </p:nvSpPr>
        <p:spPr>
          <a:xfrm>
            <a:off x="5702133" y="760020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C6AE38-386C-4C2C-879C-0B4DD9B65017}"/>
              </a:ext>
            </a:extLst>
          </p:cNvPr>
          <p:cNvSpPr/>
          <p:nvPr/>
        </p:nvSpPr>
        <p:spPr>
          <a:xfrm>
            <a:off x="2749138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F31D850-5022-4A3F-9F43-289AA098E941}"/>
              </a:ext>
            </a:extLst>
          </p:cNvPr>
          <p:cNvSpPr/>
          <p:nvPr/>
        </p:nvSpPr>
        <p:spPr>
          <a:xfrm>
            <a:off x="4166260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2FDE711-38C7-4706-97E9-A705F560D470}"/>
              </a:ext>
            </a:extLst>
          </p:cNvPr>
          <p:cNvSpPr/>
          <p:nvPr/>
        </p:nvSpPr>
        <p:spPr>
          <a:xfrm>
            <a:off x="5698176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D42A76B-7A9B-4F62-A37E-D4055462F31E}"/>
              </a:ext>
            </a:extLst>
          </p:cNvPr>
          <p:cNvSpPr/>
          <p:nvPr/>
        </p:nvSpPr>
        <p:spPr>
          <a:xfrm>
            <a:off x="2749138" y="4081152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A7EC13-5451-4C0B-A91F-90FD1A41CB7C}"/>
              </a:ext>
            </a:extLst>
          </p:cNvPr>
          <p:cNvSpPr/>
          <p:nvPr/>
        </p:nvSpPr>
        <p:spPr>
          <a:xfrm>
            <a:off x="4166260" y="4081152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E8BA328-B089-4392-A9DC-5907A1A27539}"/>
              </a:ext>
            </a:extLst>
          </p:cNvPr>
          <p:cNvSpPr/>
          <p:nvPr/>
        </p:nvSpPr>
        <p:spPr>
          <a:xfrm>
            <a:off x="5698176" y="4081152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A4A4077-C814-4CF7-9CAC-148D52BB5056}"/>
              </a:ext>
            </a:extLst>
          </p:cNvPr>
          <p:cNvSpPr/>
          <p:nvPr/>
        </p:nvSpPr>
        <p:spPr>
          <a:xfrm>
            <a:off x="1423060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74F51ED-6D57-4F54-9953-3B398D9D17E1}"/>
              </a:ext>
            </a:extLst>
          </p:cNvPr>
          <p:cNvSpPr/>
          <p:nvPr/>
        </p:nvSpPr>
        <p:spPr>
          <a:xfrm>
            <a:off x="7150924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82F508-AEA7-4128-9C03-2A3B01295565}"/>
              </a:ext>
            </a:extLst>
          </p:cNvPr>
          <p:cNvSpPr txBox="1"/>
          <p:nvPr/>
        </p:nvSpPr>
        <p:spPr>
          <a:xfrm>
            <a:off x="1252847" y="667387"/>
            <a:ext cx="94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F’=1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984D3-0C29-425D-977C-00724B775B92}"/>
              </a:ext>
            </a:extLst>
          </p:cNvPr>
          <p:cNvSpPr txBox="1"/>
          <p:nvPr/>
        </p:nvSpPr>
        <p:spPr>
          <a:xfrm>
            <a:off x="587829" y="3082036"/>
            <a:ext cx="94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F=2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9B11A1-260F-44CD-BDAC-7435811E6440}"/>
              </a:ext>
            </a:extLst>
          </p:cNvPr>
          <p:cNvSpPr txBox="1"/>
          <p:nvPr/>
        </p:nvSpPr>
        <p:spPr>
          <a:xfrm>
            <a:off x="1252847" y="3987921"/>
            <a:ext cx="94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F=1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30B4A-1DCE-4AA9-BA2E-2F27A3C037C6}"/>
              </a:ext>
            </a:extLst>
          </p:cNvPr>
          <p:cNvSpPr txBox="1"/>
          <p:nvPr/>
        </p:nvSpPr>
        <p:spPr>
          <a:xfrm>
            <a:off x="3556660" y="2030680"/>
            <a:ext cx="99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5/12</a:t>
            </a:r>
            <a:endParaRPr lang="ru-RU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FC85726-EC84-4331-AAB8-7777DBB8C3ED}"/>
              </a:ext>
            </a:extLst>
          </p:cNvPr>
          <p:cNvCxnSpPr>
            <a:cxnSpLocks/>
          </p:cNvCxnSpPr>
          <p:nvPr/>
        </p:nvCxnSpPr>
        <p:spPr>
          <a:xfrm flipV="1">
            <a:off x="4548248" y="1130547"/>
            <a:ext cx="1383477" cy="28846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AC770DBD-843D-41AA-A1D2-8F5B4ED3718D}"/>
              </a:ext>
            </a:extLst>
          </p:cNvPr>
          <p:cNvCxnSpPr>
            <a:cxnSpLocks/>
          </p:cNvCxnSpPr>
          <p:nvPr/>
        </p:nvCxnSpPr>
        <p:spPr>
          <a:xfrm flipV="1">
            <a:off x="3076699" y="1036720"/>
            <a:ext cx="1398319" cy="29512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BE2EAF2-3097-4DB0-9743-9139F82BCF83}"/>
              </a:ext>
            </a:extLst>
          </p:cNvPr>
          <p:cNvSpPr txBox="1"/>
          <p:nvPr/>
        </p:nvSpPr>
        <p:spPr>
          <a:xfrm>
            <a:off x="5035138" y="2203551"/>
            <a:ext cx="99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5/12</a:t>
            </a:r>
            <a:endParaRPr lang="ru-RU" dirty="0"/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1CA186E7-0151-4491-AB93-674F75E17731}"/>
              </a:ext>
            </a:extLst>
          </p:cNvPr>
          <p:cNvCxnSpPr/>
          <p:nvPr/>
        </p:nvCxnSpPr>
        <p:spPr>
          <a:xfrm>
            <a:off x="4475018" y="1036719"/>
            <a:ext cx="0" cy="28821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D8F531A-5C40-414A-B078-CF4DAD7C9A99}"/>
              </a:ext>
            </a:extLst>
          </p:cNvPr>
          <p:cNvSpPr txBox="1"/>
          <p:nvPr/>
        </p:nvSpPr>
        <p:spPr>
          <a:xfrm>
            <a:off x="4316187" y="2108455"/>
            <a:ext cx="26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60F57A01-16B0-47D1-BFFA-D9524B2D6952}"/>
              </a:ext>
            </a:extLst>
          </p:cNvPr>
          <p:cNvCxnSpPr/>
          <p:nvPr/>
        </p:nvCxnSpPr>
        <p:spPr>
          <a:xfrm>
            <a:off x="3076699" y="1105783"/>
            <a:ext cx="0" cy="28821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3139FBFD-DE42-498C-B47E-CD777F8A7EE4}"/>
              </a:ext>
            </a:extLst>
          </p:cNvPr>
          <p:cNvCxnSpPr/>
          <p:nvPr/>
        </p:nvCxnSpPr>
        <p:spPr>
          <a:xfrm>
            <a:off x="6038601" y="1105783"/>
            <a:ext cx="0" cy="28821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FF3184E-C4D3-4A42-9EB9-C30E49B6F669}"/>
              </a:ext>
            </a:extLst>
          </p:cNvPr>
          <p:cNvSpPr txBox="1"/>
          <p:nvPr/>
        </p:nvSpPr>
        <p:spPr>
          <a:xfrm>
            <a:off x="5761513" y="2215346"/>
            <a:ext cx="99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5/12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9D8B17-4A60-48E1-888C-4E4EF7449882}"/>
              </a:ext>
            </a:extLst>
          </p:cNvPr>
          <p:cNvSpPr txBox="1"/>
          <p:nvPr/>
        </p:nvSpPr>
        <p:spPr>
          <a:xfrm>
            <a:off x="2783775" y="2069568"/>
            <a:ext cx="99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657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D8F55E-4255-492E-9A2C-87FAF5AF3721}"/>
              </a:ext>
            </a:extLst>
          </p:cNvPr>
          <p:cNvSpPr/>
          <p:nvPr/>
        </p:nvSpPr>
        <p:spPr>
          <a:xfrm>
            <a:off x="2749138" y="760021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5B126C-4A6E-419A-BCF2-88C54F440F91}"/>
              </a:ext>
            </a:extLst>
          </p:cNvPr>
          <p:cNvSpPr/>
          <p:nvPr/>
        </p:nvSpPr>
        <p:spPr>
          <a:xfrm>
            <a:off x="4166260" y="760021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F317B8-DADA-4CF9-8234-F5FF7D999D3F}"/>
              </a:ext>
            </a:extLst>
          </p:cNvPr>
          <p:cNvSpPr/>
          <p:nvPr/>
        </p:nvSpPr>
        <p:spPr>
          <a:xfrm>
            <a:off x="5702133" y="760020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806D397-2AC7-442B-9243-96491E6C01F5}"/>
              </a:ext>
            </a:extLst>
          </p:cNvPr>
          <p:cNvSpPr/>
          <p:nvPr/>
        </p:nvSpPr>
        <p:spPr>
          <a:xfrm>
            <a:off x="2749138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79DFB6-5787-4D0F-AF3F-B101F0E30CDE}"/>
              </a:ext>
            </a:extLst>
          </p:cNvPr>
          <p:cNvSpPr/>
          <p:nvPr/>
        </p:nvSpPr>
        <p:spPr>
          <a:xfrm>
            <a:off x="4166260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322005-3E8B-4DBF-9570-548E2AFB2EBF}"/>
              </a:ext>
            </a:extLst>
          </p:cNvPr>
          <p:cNvSpPr/>
          <p:nvPr/>
        </p:nvSpPr>
        <p:spPr>
          <a:xfrm>
            <a:off x="5698176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E6CA62-A34B-46DC-9E1A-D93B4A2AAB9E}"/>
              </a:ext>
            </a:extLst>
          </p:cNvPr>
          <p:cNvSpPr/>
          <p:nvPr/>
        </p:nvSpPr>
        <p:spPr>
          <a:xfrm>
            <a:off x="2749138" y="4081152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33F5A4F-7A19-4A92-B355-9A19EF039B69}"/>
              </a:ext>
            </a:extLst>
          </p:cNvPr>
          <p:cNvSpPr/>
          <p:nvPr/>
        </p:nvSpPr>
        <p:spPr>
          <a:xfrm>
            <a:off x="4166260" y="4081152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3338E53-2B30-47E3-9CB7-4D6C0ACDC003}"/>
              </a:ext>
            </a:extLst>
          </p:cNvPr>
          <p:cNvSpPr/>
          <p:nvPr/>
        </p:nvSpPr>
        <p:spPr>
          <a:xfrm>
            <a:off x="5698176" y="4081152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19FC991-EE91-4607-9DB0-4CB8B1FF14E8}"/>
              </a:ext>
            </a:extLst>
          </p:cNvPr>
          <p:cNvSpPr/>
          <p:nvPr/>
        </p:nvSpPr>
        <p:spPr>
          <a:xfrm>
            <a:off x="1423060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D2075BE-C64F-43C0-8698-0DE721FAD9CC}"/>
              </a:ext>
            </a:extLst>
          </p:cNvPr>
          <p:cNvSpPr/>
          <p:nvPr/>
        </p:nvSpPr>
        <p:spPr>
          <a:xfrm>
            <a:off x="7150924" y="3174669"/>
            <a:ext cx="617517" cy="184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4C4EC-1C3A-49EC-BA08-CCB879C50F06}"/>
              </a:ext>
            </a:extLst>
          </p:cNvPr>
          <p:cNvSpPr txBox="1"/>
          <p:nvPr/>
        </p:nvSpPr>
        <p:spPr>
          <a:xfrm>
            <a:off x="1252847" y="667387"/>
            <a:ext cx="94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F’=1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D80791-55F3-423E-90CF-830822CB9425}"/>
              </a:ext>
            </a:extLst>
          </p:cNvPr>
          <p:cNvSpPr txBox="1"/>
          <p:nvPr/>
        </p:nvSpPr>
        <p:spPr>
          <a:xfrm>
            <a:off x="587829" y="3082036"/>
            <a:ext cx="94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F=2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6A553-A26D-4902-B2B4-E10B5B90CCD8}"/>
              </a:ext>
            </a:extLst>
          </p:cNvPr>
          <p:cNvSpPr txBox="1"/>
          <p:nvPr/>
        </p:nvSpPr>
        <p:spPr>
          <a:xfrm>
            <a:off x="1252847" y="3987921"/>
            <a:ext cx="94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F=1</a:t>
            </a:r>
            <a:endParaRPr lang="ru-RU" dirty="0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C4285190-0A3E-4CF5-8A2C-F4F22FC84E77}"/>
              </a:ext>
            </a:extLst>
          </p:cNvPr>
          <p:cNvCxnSpPr/>
          <p:nvPr/>
        </p:nvCxnSpPr>
        <p:spPr>
          <a:xfrm flipV="1">
            <a:off x="1757548" y="1036719"/>
            <a:ext cx="1163782" cy="20453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67D5CB1-2C80-4DE2-A355-60423216D2D6}"/>
              </a:ext>
            </a:extLst>
          </p:cNvPr>
          <p:cNvCxnSpPr/>
          <p:nvPr/>
        </p:nvCxnSpPr>
        <p:spPr>
          <a:xfrm flipV="1">
            <a:off x="3075709" y="1036719"/>
            <a:ext cx="1288473" cy="20453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01EE755-4E60-43FD-9A7F-03B995A4D3E2}"/>
              </a:ext>
            </a:extLst>
          </p:cNvPr>
          <p:cNvCxnSpPr/>
          <p:nvPr/>
        </p:nvCxnSpPr>
        <p:spPr>
          <a:xfrm flipV="1">
            <a:off x="4500748" y="1036719"/>
            <a:ext cx="1395351" cy="20453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65B1123-EF95-46D2-A8CE-4351DB3A47C3}"/>
              </a:ext>
            </a:extLst>
          </p:cNvPr>
          <p:cNvSpPr txBox="1"/>
          <p:nvPr/>
        </p:nvSpPr>
        <p:spPr>
          <a:xfrm>
            <a:off x="1904011" y="1874711"/>
            <a:ext cx="120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1/10</a:t>
            </a:r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9B0FB6-8703-4DA6-90CD-5D23EF605777}"/>
              </a:ext>
            </a:extLst>
          </p:cNvPr>
          <p:cNvSpPr txBox="1"/>
          <p:nvPr/>
        </p:nvSpPr>
        <p:spPr>
          <a:xfrm>
            <a:off x="3366655" y="1879862"/>
            <a:ext cx="120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1/20</a:t>
            </a:r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0D40E0-910D-43BE-82C0-0C2E778294FA}"/>
              </a:ext>
            </a:extLst>
          </p:cNvPr>
          <p:cNvSpPr txBox="1"/>
          <p:nvPr/>
        </p:nvSpPr>
        <p:spPr>
          <a:xfrm>
            <a:off x="4888676" y="1862442"/>
            <a:ext cx="120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1/60</a:t>
            </a:r>
            <a:endParaRPr lang="ru-RU" dirty="0"/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523E3BFC-433C-4E8A-A3E8-308EA16DC3E9}"/>
              </a:ext>
            </a:extLst>
          </p:cNvPr>
          <p:cNvCxnSpPr>
            <a:cxnSpLocks/>
          </p:cNvCxnSpPr>
          <p:nvPr/>
        </p:nvCxnSpPr>
        <p:spPr>
          <a:xfrm flipV="1">
            <a:off x="2973779" y="1036719"/>
            <a:ext cx="45027" cy="20453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145D9075-0563-4E4B-9922-2E3ED9D4E649}"/>
              </a:ext>
            </a:extLst>
          </p:cNvPr>
          <p:cNvCxnSpPr>
            <a:cxnSpLocks/>
          </p:cNvCxnSpPr>
          <p:nvPr/>
        </p:nvCxnSpPr>
        <p:spPr>
          <a:xfrm flipV="1">
            <a:off x="4461658" y="1036719"/>
            <a:ext cx="20783" cy="20647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7C81D2E0-F8FA-4B74-843D-1533C7099379}"/>
              </a:ext>
            </a:extLst>
          </p:cNvPr>
          <p:cNvCxnSpPr>
            <a:cxnSpLocks/>
          </p:cNvCxnSpPr>
          <p:nvPr/>
        </p:nvCxnSpPr>
        <p:spPr>
          <a:xfrm flipV="1">
            <a:off x="6096000" y="1036719"/>
            <a:ext cx="18307" cy="20647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37E4F52-10DB-450B-97F2-0F07B27F6984}"/>
              </a:ext>
            </a:extLst>
          </p:cNvPr>
          <p:cNvSpPr txBox="1"/>
          <p:nvPr/>
        </p:nvSpPr>
        <p:spPr>
          <a:xfrm>
            <a:off x="2705596" y="1889362"/>
            <a:ext cx="120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1/20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827483-A851-4F26-B960-B9929F807F84}"/>
              </a:ext>
            </a:extLst>
          </p:cNvPr>
          <p:cNvSpPr txBox="1"/>
          <p:nvPr/>
        </p:nvSpPr>
        <p:spPr>
          <a:xfrm>
            <a:off x="5822374" y="1874711"/>
            <a:ext cx="120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1/20</a:t>
            </a:r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600414-EEF5-4F50-9687-B4C5B69D8B0A}"/>
              </a:ext>
            </a:extLst>
          </p:cNvPr>
          <p:cNvSpPr txBox="1"/>
          <p:nvPr/>
        </p:nvSpPr>
        <p:spPr>
          <a:xfrm>
            <a:off x="4189022" y="1899059"/>
            <a:ext cx="1207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99215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29</Words>
  <Application>Microsoft Office PowerPoint</Application>
  <PresentationFormat>Широкоэкранный</PresentationFormat>
  <Paragraphs>17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kilrealladam@gmail.com</cp:lastModifiedBy>
  <cp:revision>3</cp:revision>
  <dcterms:created xsi:type="dcterms:W3CDTF">2026-02-05T14:24:39Z</dcterms:created>
  <dcterms:modified xsi:type="dcterms:W3CDTF">2026-02-05T17:00:08Z</dcterms:modified>
</cp:coreProperties>
</file>